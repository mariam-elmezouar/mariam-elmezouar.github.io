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969696"/>
    <a:srgbClr val="808080"/>
    <a:srgbClr val="66FF33"/>
    <a:srgbClr val="DDDDDD"/>
    <a:srgbClr val="3366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2787"/>
    <p:restoredTop sz="90929"/>
  </p:normalViewPr>
  <p:slideViewPr>
    <p:cSldViewPr>
      <p:cViewPr varScale="1">
        <p:scale>
          <a:sx n="120" d="100"/>
          <a:sy n="120" d="100"/>
        </p:scale>
        <p:origin x="108" y="10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3A4C8-4F52-47FF-BA72-45FA8EA36A1A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3AB5C-2912-4304-B552-26ACA4D9DBA3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C88FDA-FF4E-408A-B9AC-D315328C300B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6F0FB-5C8E-41C0-80FF-62208AFBCD11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A7249-AF3B-445C-88A0-6F0037ED333E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CED02-8B4A-4E7F-9A40-C6CF88602E53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6998DD-4D81-46BF-AAF7-6304309F0389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AB3A7-7D9F-4309-99CF-884658663205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123D8-AB60-47FD-B5CE-C6ADA29F583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33DDB-D344-47E2-82C8-386D53674BB4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8D714-7515-4CB6-A858-9A26BF8BFEFE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AE7AD3F-E241-491A-BBC0-C6D58F338371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Line 28"/>
          <p:cNvSpPr>
            <a:spLocks noChangeShapeType="1"/>
          </p:cNvSpPr>
          <p:nvPr/>
        </p:nvSpPr>
        <p:spPr bwMode="auto">
          <a:xfrm>
            <a:off x="2526695" y="2520234"/>
            <a:ext cx="1329889" cy="156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7" name="Rectangle 11"/>
          <p:cNvSpPr>
            <a:spLocks noChangeArrowheads="1"/>
          </p:cNvSpPr>
          <p:nvPr/>
        </p:nvSpPr>
        <p:spPr bwMode="auto">
          <a:xfrm>
            <a:off x="250826" y="935149"/>
            <a:ext cx="5196026" cy="3070114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8" name="Text Box 13"/>
          <p:cNvSpPr txBox="1">
            <a:spLocks noChangeArrowheads="1"/>
          </p:cNvSpPr>
          <p:nvPr/>
        </p:nvSpPr>
        <p:spPr bwMode="auto">
          <a:xfrm>
            <a:off x="1497012" y="673297"/>
            <a:ext cx="12541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/>
              <a:t>Team Network</a:t>
            </a:r>
          </a:p>
        </p:txBody>
      </p:sp>
      <p:sp>
        <p:nvSpPr>
          <p:cNvPr id="2059" name="Line 23"/>
          <p:cNvSpPr>
            <a:spLocks noChangeShapeType="1"/>
          </p:cNvSpPr>
          <p:nvPr/>
        </p:nvSpPr>
        <p:spPr bwMode="auto">
          <a:xfrm flipV="1">
            <a:off x="1610415" y="2558370"/>
            <a:ext cx="512071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060" name="Group 68"/>
          <p:cNvGrpSpPr>
            <a:grpSpLocks/>
          </p:cNvGrpSpPr>
          <p:nvPr/>
        </p:nvGrpSpPr>
        <p:grpSpPr bwMode="auto">
          <a:xfrm>
            <a:off x="1722367" y="2082573"/>
            <a:ext cx="1257063" cy="1104900"/>
            <a:chOff x="2140" y="1318"/>
            <a:chExt cx="577" cy="696"/>
          </a:xfrm>
        </p:grpSpPr>
        <p:sp>
          <p:nvSpPr>
            <p:cNvPr id="2095" name="Text Box 25"/>
            <p:cNvSpPr txBox="1">
              <a:spLocks noChangeArrowheads="1"/>
            </p:cNvSpPr>
            <p:nvPr/>
          </p:nvSpPr>
          <p:spPr bwMode="auto">
            <a:xfrm>
              <a:off x="2140" y="1806"/>
              <a:ext cx="577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tIns="10800" bIns="10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000" dirty="0"/>
                <a:t>Internal Virtual Switch</a:t>
              </a:r>
            </a:p>
          </p:txBody>
        </p:sp>
        <p:pic>
          <p:nvPicPr>
            <p:cNvPr id="2096" name="Picture 41"/>
            <p:cNvPicPr>
              <a:picLocks noChangeAspect="1" noChangeArrowheads="1"/>
            </p:cNvPicPr>
            <p:nvPr/>
          </p:nvPicPr>
          <p:blipFill>
            <a:blip r:embed="rId2" cstate="print">
              <a:alphaModFix amt="40000"/>
            </a:blip>
            <a:srcRect/>
            <a:stretch>
              <a:fillRect/>
            </a:stretch>
          </p:blipFill>
          <p:spPr bwMode="auto">
            <a:xfrm rot="16200000">
              <a:off x="2194" y="1451"/>
              <a:ext cx="463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061" name="Group 66"/>
          <p:cNvGrpSpPr>
            <a:grpSpLocks/>
          </p:cNvGrpSpPr>
          <p:nvPr/>
        </p:nvGrpSpPr>
        <p:grpSpPr bwMode="auto">
          <a:xfrm>
            <a:off x="468313" y="1972582"/>
            <a:ext cx="1150937" cy="936625"/>
            <a:chOff x="1066" y="754"/>
            <a:chExt cx="725" cy="590"/>
          </a:xfrm>
        </p:grpSpPr>
        <p:pic>
          <p:nvPicPr>
            <p:cNvPr id="2093" name="Picture 34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66" y="754"/>
              <a:ext cx="725" cy="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94" name="Text Box 42"/>
            <p:cNvSpPr txBox="1">
              <a:spLocks noChangeArrowheads="1"/>
            </p:cNvSpPr>
            <p:nvPr/>
          </p:nvSpPr>
          <p:spPr bwMode="auto">
            <a:xfrm>
              <a:off x="1079" y="793"/>
              <a:ext cx="63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/>
                <a:t>Windows VM</a:t>
              </a:r>
            </a:p>
          </p:txBody>
        </p:sp>
      </p:grpSp>
      <p:sp>
        <p:nvSpPr>
          <p:cNvPr id="2062" name="Rectangle 12"/>
          <p:cNvSpPr>
            <a:spLocks noChangeArrowheads="1"/>
          </p:cNvSpPr>
          <p:nvPr/>
        </p:nvSpPr>
        <p:spPr bwMode="auto">
          <a:xfrm>
            <a:off x="6064857" y="981074"/>
            <a:ext cx="2826731" cy="4968205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7308850" y="620713"/>
            <a:ext cx="152558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/>
              <a:t>Common Network</a:t>
            </a:r>
          </a:p>
        </p:txBody>
      </p:sp>
      <p:sp>
        <p:nvSpPr>
          <p:cNvPr id="2064" name="Line 17"/>
          <p:cNvSpPr>
            <a:spLocks noChangeShapeType="1"/>
          </p:cNvSpPr>
          <p:nvPr/>
        </p:nvSpPr>
        <p:spPr bwMode="auto">
          <a:xfrm flipV="1">
            <a:off x="6516688" y="1557338"/>
            <a:ext cx="1223962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065" name="Group 60"/>
          <p:cNvGrpSpPr>
            <a:grpSpLocks/>
          </p:cNvGrpSpPr>
          <p:nvPr/>
        </p:nvGrpSpPr>
        <p:grpSpPr bwMode="auto">
          <a:xfrm>
            <a:off x="7595791" y="2061220"/>
            <a:ext cx="936624" cy="647700"/>
            <a:chOff x="4649" y="754"/>
            <a:chExt cx="635" cy="544"/>
          </a:xfrm>
        </p:grpSpPr>
        <p:pic>
          <p:nvPicPr>
            <p:cNvPr id="2091" name="Picture 29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649" y="754"/>
              <a:ext cx="635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92" name="Text Box 45"/>
            <p:cNvSpPr txBox="1">
              <a:spLocks noChangeArrowheads="1"/>
            </p:cNvSpPr>
            <p:nvPr/>
          </p:nvSpPr>
          <p:spPr bwMode="auto">
            <a:xfrm>
              <a:off x="4694" y="832"/>
              <a:ext cx="54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/>
                <a:t>Server VM</a:t>
              </a:r>
            </a:p>
          </p:txBody>
        </p:sp>
      </p:grpSp>
      <p:sp>
        <p:nvSpPr>
          <p:cNvPr id="2066" name="Line 46"/>
          <p:cNvSpPr>
            <a:spLocks noChangeShapeType="1"/>
          </p:cNvSpPr>
          <p:nvPr/>
        </p:nvSpPr>
        <p:spPr bwMode="auto">
          <a:xfrm>
            <a:off x="6534153" y="2154089"/>
            <a:ext cx="1206497" cy="28680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68" name="TextBox 50"/>
          <p:cNvSpPr txBox="1">
            <a:spLocks noChangeArrowheads="1"/>
          </p:cNvSpPr>
          <p:nvPr/>
        </p:nvSpPr>
        <p:spPr bwMode="auto">
          <a:xfrm>
            <a:off x="7567378" y="2719953"/>
            <a:ext cx="100853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200" dirty="0"/>
              <a:t>IP</a:t>
            </a:r>
            <a:r>
              <a:rPr lang="en-CA" sz="1200"/>
              <a:t>: 10.12.0.1</a:t>
            </a:r>
            <a:endParaRPr lang="en-CA" sz="1200" dirty="0"/>
          </a:p>
        </p:txBody>
      </p:sp>
      <p:sp>
        <p:nvSpPr>
          <p:cNvPr id="2069" name="TextBox 51"/>
          <p:cNvSpPr txBox="1">
            <a:spLocks noChangeArrowheads="1"/>
          </p:cNvSpPr>
          <p:nvPr/>
        </p:nvSpPr>
        <p:spPr bwMode="auto">
          <a:xfrm>
            <a:off x="6156327" y="5421545"/>
            <a:ext cx="13684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200" dirty="0"/>
              <a:t>Subnet: ___________ / __</a:t>
            </a:r>
          </a:p>
        </p:txBody>
      </p:sp>
      <p:sp>
        <p:nvSpPr>
          <p:cNvPr id="2070" name="TextBox 52"/>
          <p:cNvSpPr txBox="1">
            <a:spLocks noChangeArrowheads="1"/>
          </p:cNvSpPr>
          <p:nvPr/>
        </p:nvSpPr>
        <p:spPr bwMode="auto">
          <a:xfrm>
            <a:off x="322108" y="966901"/>
            <a:ext cx="2468562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200" dirty="0"/>
              <a:t>Windows Internal Interface</a:t>
            </a:r>
          </a:p>
          <a:p>
            <a:r>
              <a:rPr lang="en-CA" sz="1200" dirty="0"/>
              <a:t>IP: _____________ / __</a:t>
            </a:r>
          </a:p>
          <a:p>
            <a:r>
              <a:rPr lang="en-CA" sz="1200" dirty="0"/>
              <a:t>Default GW: _______________</a:t>
            </a:r>
          </a:p>
          <a:p>
            <a:r>
              <a:rPr lang="en-CA" sz="1200" dirty="0"/>
              <a:t>MAC: _____________________</a:t>
            </a:r>
          </a:p>
        </p:txBody>
      </p:sp>
      <p:pic>
        <p:nvPicPr>
          <p:cNvPr id="2071" name="Picture 30"/>
          <p:cNvPicPr>
            <a:picLocks noChangeAspect="1" noChangeArrowheads="1"/>
          </p:cNvPicPr>
          <p:nvPr/>
        </p:nvPicPr>
        <p:blipFill>
          <a:blip r:embed="rId5" cstate="print"/>
          <a:srcRect l="1404"/>
          <a:stretch>
            <a:fillRect/>
          </a:stretch>
        </p:blipFill>
        <p:spPr bwMode="auto">
          <a:xfrm>
            <a:off x="3555189" y="2314763"/>
            <a:ext cx="6477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73" name="TextBox 56"/>
          <p:cNvSpPr txBox="1">
            <a:spLocks noChangeArrowheads="1"/>
          </p:cNvSpPr>
          <p:nvPr/>
        </p:nvSpPr>
        <p:spPr bwMode="auto">
          <a:xfrm>
            <a:off x="2290829" y="3221531"/>
            <a:ext cx="169091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200" dirty="0"/>
              <a:t>Linux Internal Interface</a:t>
            </a:r>
          </a:p>
          <a:p>
            <a:r>
              <a:rPr lang="en-CA" sz="1200" dirty="0"/>
              <a:t>IP:____________ / __</a:t>
            </a:r>
          </a:p>
          <a:p>
            <a:r>
              <a:rPr lang="en-CA" sz="1200" dirty="0"/>
              <a:t>MAC: ______________</a:t>
            </a:r>
          </a:p>
        </p:txBody>
      </p:sp>
      <p:pic>
        <p:nvPicPr>
          <p:cNvPr id="2074" name="Picture 30"/>
          <p:cNvPicPr>
            <a:picLocks noChangeAspect="1" noChangeArrowheads="1"/>
          </p:cNvPicPr>
          <p:nvPr/>
        </p:nvPicPr>
        <p:blipFill>
          <a:blip r:embed="rId5" cstate="print"/>
          <a:srcRect l="1404"/>
          <a:stretch>
            <a:fillRect/>
          </a:stretch>
        </p:blipFill>
        <p:spPr bwMode="auto">
          <a:xfrm>
            <a:off x="4201033" y="4765908"/>
            <a:ext cx="6477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75" name="Picture 30"/>
          <p:cNvPicPr>
            <a:picLocks noChangeAspect="1" noChangeArrowheads="1"/>
          </p:cNvPicPr>
          <p:nvPr/>
        </p:nvPicPr>
        <p:blipFill>
          <a:blip r:embed="rId5" cstate="print"/>
          <a:srcRect l="1404"/>
          <a:stretch>
            <a:fillRect/>
          </a:stretch>
        </p:blipFill>
        <p:spPr bwMode="auto">
          <a:xfrm>
            <a:off x="4201033" y="5413608"/>
            <a:ext cx="6477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76" name="Line 29"/>
          <p:cNvSpPr>
            <a:spLocks noChangeShapeType="1"/>
          </p:cNvSpPr>
          <p:nvPr/>
        </p:nvSpPr>
        <p:spPr bwMode="auto">
          <a:xfrm flipV="1">
            <a:off x="5467489" y="2535895"/>
            <a:ext cx="688838" cy="110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87" name="Text Box 16"/>
          <p:cNvSpPr txBox="1">
            <a:spLocks noChangeArrowheads="1"/>
          </p:cNvSpPr>
          <p:nvPr/>
        </p:nvSpPr>
        <p:spPr bwMode="auto">
          <a:xfrm>
            <a:off x="5696303" y="520274"/>
            <a:ext cx="120738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/>
              <a:t>Common Hub</a:t>
            </a:r>
          </a:p>
        </p:txBody>
      </p:sp>
      <p:pic>
        <p:nvPicPr>
          <p:cNvPr id="2088" name="Picture 31"/>
          <p:cNvPicPr>
            <a:picLocks noChangeAspect="1" noChangeArrowheads="1"/>
          </p:cNvPicPr>
          <p:nvPr/>
        </p:nvPicPr>
        <p:blipFill>
          <a:blip r:embed="rId6" cstate="print">
            <a:alphaModFix amt="40000"/>
          </a:blip>
          <a:srcRect/>
          <a:stretch>
            <a:fillRect/>
          </a:stretch>
        </p:blipFill>
        <p:spPr bwMode="auto">
          <a:xfrm rot="16200000">
            <a:off x="4779228" y="2466238"/>
            <a:ext cx="313202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79" name="Line 29"/>
          <p:cNvSpPr>
            <a:spLocks noChangeShapeType="1"/>
          </p:cNvSpPr>
          <p:nvPr/>
        </p:nvSpPr>
        <p:spPr bwMode="auto">
          <a:xfrm flipV="1">
            <a:off x="4796906" y="3187838"/>
            <a:ext cx="1359422" cy="17939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80" name="Line 29"/>
          <p:cNvSpPr>
            <a:spLocks noChangeShapeType="1"/>
          </p:cNvSpPr>
          <p:nvPr/>
        </p:nvSpPr>
        <p:spPr bwMode="auto">
          <a:xfrm flipV="1">
            <a:off x="4767114" y="3596549"/>
            <a:ext cx="1389214" cy="20094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81" name="TextBox 68"/>
          <p:cNvSpPr txBox="1">
            <a:spLocks noChangeArrowheads="1"/>
          </p:cNvSpPr>
          <p:nvPr/>
        </p:nvSpPr>
        <p:spPr bwMode="auto">
          <a:xfrm>
            <a:off x="2084439" y="4873212"/>
            <a:ext cx="15843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200" dirty="0"/>
              <a:t>Other Team Networks</a:t>
            </a:r>
          </a:p>
        </p:txBody>
      </p:sp>
      <p:sp>
        <p:nvSpPr>
          <p:cNvPr id="2082" name="Text Box 48"/>
          <p:cNvSpPr txBox="1">
            <a:spLocks noChangeArrowheads="1"/>
          </p:cNvSpPr>
          <p:nvPr/>
        </p:nvSpPr>
        <p:spPr bwMode="auto">
          <a:xfrm>
            <a:off x="2915850" y="2677684"/>
            <a:ext cx="1939508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200" dirty="0"/>
              <a:t>Linux VM/Team Router</a:t>
            </a:r>
          </a:p>
          <a:p>
            <a:pPr>
              <a:spcBef>
                <a:spcPts val="0"/>
              </a:spcBef>
            </a:pPr>
            <a:r>
              <a:rPr lang="en-CA" sz="1200" dirty="0"/>
              <a:t>Default GW: ____________</a:t>
            </a:r>
          </a:p>
          <a:p>
            <a:pPr algn="ctr">
              <a:spcBef>
                <a:spcPct val="50000"/>
              </a:spcBef>
            </a:pPr>
            <a:endParaRPr lang="en-US" sz="1400" dirty="0"/>
          </a:p>
        </p:txBody>
      </p:sp>
      <p:sp>
        <p:nvSpPr>
          <p:cNvPr id="71" name="Left Brace 70"/>
          <p:cNvSpPr/>
          <p:nvPr/>
        </p:nvSpPr>
        <p:spPr>
          <a:xfrm>
            <a:off x="3697795" y="4837345"/>
            <a:ext cx="287338" cy="18002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2084" name="Text Box 48"/>
          <p:cNvSpPr txBox="1">
            <a:spLocks noChangeArrowheads="1"/>
          </p:cNvSpPr>
          <p:nvPr/>
        </p:nvSpPr>
        <p:spPr bwMode="auto">
          <a:xfrm>
            <a:off x="4056570" y="6061308"/>
            <a:ext cx="5762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b="1"/>
              <a:t>… </a:t>
            </a:r>
          </a:p>
        </p:txBody>
      </p:sp>
      <p:sp>
        <p:nvSpPr>
          <p:cNvPr id="49" name="TextBox 56"/>
          <p:cNvSpPr txBox="1">
            <a:spLocks noChangeArrowheads="1"/>
          </p:cNvSpPr>
          <p:nvPr/>
        </p:nvSpPr>
        <p:spPr bwMode="auto">
          <a:xfrm>
            <a:off x="3564545" y="1570394"/>
            <a:ext cx="169091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200" dirty="0"/>
              <a:t>Linux External Interface</a:t>
            </a:r>
          </a:p>
          <a:p>
            <a:r>
              <a:rPr lang="en-CA" sz="1200" dirty="0"/>
              <a:t>IP:____________ / __</a:t>
            </a:r>
          </a:p>
          <a:p>
            <a:r>
              <a:rPr lang="en-CA" sz="1200" dirty="0"/>
              <a:t>MAC: ______________</a:t>
            </a:r>
          </a:p>
          <a:p>
            <a:endParaRPr lang="en-CA" sz="1200" dirty="0"/>
          </a:p>
        </p:txBody>
      </p:sp>
      <p:grpSp>
        <p:nvGrpSpPr>
          <p:cNvPr id="50" name="Group 61"/>
          <p:cNvGrpSpPr>
            <a:grpSpLocks/>
          </p:cNvGrpSpPr>
          <p:nvPr/>
        </p:nvGrpSpPr>
        <p:grpSpPr bwMode="auto">
          <a:xfrm>
            <a:off x="7600067" y="1305492"/>
            <a:ext cx="1003786" cy="452515"/>
            <a:chOff x="4604" y="1752"/>
            <a:chExt cx="756" cy="412"/>
          </a:xfrm>
        </p:grpSpPr>
        <p:pic>
          <p:nvPicPr>
            <p:cNvPr id="51" name="Picture 23"/>
            <p:cNvPicPr>
              <a:picLocks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694" y="1752"/>
              <a:ext cx="666" cy="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" name="Text Box 59"/>
            <p:cNvSpPr txBox="1">
              <a:spLocks noChangeArrowheads="1"/>
            </p:cNvSpPr>
            <p:nvPr/>
          </p:nvSpPr>
          <p:spPr bwMode="auto">
            <a:xfrm>
              <a:off x="4604" y="1842"/>
              <a:ext cx="63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/>
                <a:t>Printer</a:t>
              </a:r>
            </a:p>
          </p:txBody>
        </p:sp>
      </p:grpSp>
      <p:sp>
        <p:nvSpPr>
          <p:cNvPr id="53" name="TextBox 50"/>
          <p:cNvSpPr txBox="1">
            <a:spLocks noChangeArrowheads="1"/>
          </p:cNvSpPr>
          <p:nvPr/>
        </p:nvSpPr>
        <p:spPr bwMode="auto">
          <a:xfrm>
            <a:off x="7608741" y="1711841"/>
            <a:ext cx="100482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200" dirty="0"/>
              <a:t>IP: 10.12.0.8</a:t>
            </a:r>
          </a:p>
        </p:txBody>
      </p:sp>
      <p:sp>
        <p:nvSpPr>
          <p:cNvPr id="2" name="Rectangle 1"/>
          <p:cNvSpPr/>
          <p:nvPr/>
        </p:nvSpPr>
        <p:spPr>
          <a:xfrm>
            <a:off x="7608741" y="1196752"/>
            <a:ext cx="1225697" cy="1800200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5" name="Text Box 15"/>
          <p:cNvSpPr txBox="1">
            <a:spLocks noChangeArrowheads="1"/>
          </p:cNvSpPr>
          <p:nvPr/>
        </p:nvSpPr>
        <p:spPr bwMode="auto">
          <a:xfrm>
            <a:off x="7461250" y="935149"/>
            <a:ext cx="120738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/>
              <a:t>Core Segment</a:t>
            </a:r>
          </a:p>
        </p:txBody>
      </p:sp>
      <p:sp>
        <p:nvSpPr>
          <p:cNvPr id="59" name="TextBox 56"/>
          <p:cNvSpPr txBox="1">
            <a:spLocks noChangeArrowheads="1"/>
          </p:cNvSpPr>
          <p:nvPr/>
        </p:nvSpPr>
        <p:spPr bwMode="auto">
          <a:xfrm>
            <a:off x="7218646" y="4381026"/>
            <a:ext cx="16909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CA" sz="1200" dirty="0"/>
              <a:t>IP:____________ / __</a:t>
            </a:r>
          </a:p>
          <a:p>
            <a:r>
              <a:rPr lang="en-CA" sz="1200" dirty="0"/>
              <a:t>MAC: ______________</a:t>
            </a:r>
          </a:p>
        </p:txBody>
      </p:sp>
      <p:sp>
        <p:nvSpPr>
          <p:cNvPr id="62" name="Line 46"/>
          <p:cNvSpPr>
            <a:spLocks noChangeShapeType="1"/>
          </p:cNvSpPr>
          <p:nvPr/>
        </p:nvSpPr>
        <p:spPr bwMode="auto">
          <a:xfrm>
            <a:off x="6534154" y="2513408"/>
            <a:ext cx="1247954" cy="11540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54" name="Group 68">
            <a:extLst>
              <a:ext uri="{FF2B5EF4-FFF2-40B4-BE49-F238E27FC236}">
                <a16:creationId xmlns:a16="http://schemas.microsoft.com/office/drawing/2014/main" id="{B71176D1-DC91-4095-B2B2-B3D597EBA8C0}"/>
              </a:ext>
            </a:extLst>
          </p:cNvPr>
          <p:cNvGrpSpPr>
            <a:grpSpLocks/>
          </p:cNvGrpSpPr>
          <p:nvPr/>
        </p:nvGrpSpPr>
        <p:grpSpPr bwMode="auto">
          <a:xfrm>
            <a:off x="4760047" y="2122095"/>
            <a:ext cx="1383423" cy="1050925"/>
            <a:chOff x="2167" y="1315"/>
            <a:chExt cx="635" cy="662"/>
          </a:xfrm>
        </p:grpSpPr>
        <p:sp>
          <p:nvSpPr>
            <p:cNvPr id="65" name="Text Box 25">
              <a:extLst>
                <a:ext uri="{FF2B5EF4-FFF2-40B4-BE49-F238E27FC236}">
                  <a16:creationId xmlns:a16="http://schemas.microsoft.com/office/drawing/2014/main" id="{7FA454EF-F43A-4490-8BDA-2CFAED596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7" y="1769"/>
              <a:ext cx="635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tIns="10800" bIns="1080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000" dirty="0"/>
                <a:t>External Virtual Switch</a:t>
              </a:r>
            </a:p>
          </p:txBody>
        </p:sp>
        <p:pic>
          <p:nvPicPr>
            <p:cNvPr id="66" name="Picture 41">
              <a:extLst>
                <a:ext uri="{FF2B5EF4-FFF2-40B4-BE49-F238E27FC236}">
                  <a16:creationId xmlns:a16="http://schemas.microsoft.com/office/drawing/2014/main" id="{F2C4A6D9-024B-497B-B27B-AC86A402A7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alphaModFix amt="40000"/>
            </a:blip>
            <a:srcRect/>
            <a:stretch>
              <a:fillRect/>
            </a:stretch>
          </p:blipFill>
          <p:spPr bwMode="auto">
            <a:xfrm rot="16200000">
              <a:off x="2232" y="1448"/>
              <a:ext cx="463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7" name="Line 29">
            <a:extLst>
              <a:ext uri="{FF2B5EF4-FFF2-40B4-BE49-F238E27FC236}">
                <a16:creationId xmlns:a16="http://schemas.microsoft.com/office/drawing/2014/main" id="{7554A466-2032-4FFD-9E8A-28315D2653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0438" y="2520235"/>
            <a:ext cx="1009885" cy="121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68" name="Picture 30">
            <a:extLst>
              <a:ext uri="{FF2B5EF4-FFF2-40B4-BE49-F238E27FC236}">
                <a16:creationId xmlns:a16="http://schemas.microsoft.com/office/drawing/2014/main" id="{69C37E31-507F-4ED8-8F69-11F16A00F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 l="1404"/>
          <a:stretch>
            <a:fillRect/>
          </a:stretch>
        </p:blipFill>
        <p:spPr bwMode="auto">
          <a:xfrm>
            <a:off x="7820433" y="3463055"/>
            <a:ext cx="6477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8C0FB202-E32E-489A-BBBF-DCDE3019D3EB}"/>
              </a:ext>
            </a:extLst>
          </p:cNvPr>
          <p:cNvSpPr txBox="1"/>
          <p:nvPr/>
        </p:nvSpPr>
        <p:spPr>
          <a:xfrm>
            <a:off x="7095385" y="3874625"/>
            <a:ext cx="19901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400" dirty="0"/>
              <a:t>Server VM/</a:t>
            </a:r>
          </a:p>
          <a:p>
            <a:pPr algn="ctr">
              <a:spcBef>
                <a:spcPts val="0"/>
              </a:spcBef>
            </a:pPr>
            <a:r>
              <a:rPr lang="en-US" sz="1400" dirty="0"/>
              <a:t>Common Router</a:t>
            </a:r>
          </a:p>
        </p:txBody>
      </p:sp>
      <p:sp>
        <p:nvSpPr>
          <p:cNvPr id="70" name="TextBox 51">
            <a:extLst>
              <a:ext uri="{FF2B5EF4-FFF2-40B4-BE49-F238E27FC236}">
                <a16:creationId xmlns:a16="http://schemas.microsoft.com/office/drawing/2014/main" id="{F4C5DA6A-8D2C-4423-A603-BC93A53C4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6584" y="949103"/>
            <a:ext cx="13684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CA" sz="1200" dirty="0"/>
              <a:t>Subnet: ___________ / 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95</Words>
  <Application>Microsoft Office PowerPoint</Application>
  <PresentationFormat>On-screen Show (4:3)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Times New Roman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Knight</dc:creator>
  <cp:lastModifiedBy>Brendan Shust</cp:lastModifiedBy>
  <cp:revision>62</cp:revision>
  <dcterms:created xsi:type="dcterms:W3CDTF">2005-11-18T15:15:19Z</dcterms:created>
  <dcterms:modified xsi:type="dcterms:W3CDTF">2021-02-10T20:51:45Z</dcterms:modified>
</cp:coreProperties>
</file>