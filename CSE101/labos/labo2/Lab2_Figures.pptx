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969696"/>
    <a:srgbClr val="808080"/>
    <a:srgbClr val="66FF33"/>
    <a:srgbClr val="DDDDDD"/>
    <a:srgbClr val="33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0929"/>
  </p:normalViewPr>
  <p:slideViewPr>
    <p:cSldViewPr>
      <p:cViewPr varScale="1">
        <p:scale>
          <a:sx n="119" d="100"/>
          <a:sy n="119" d="100"/>
        </p:scale>
        <p:origin x="-213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07480-E3BB-4737-9D10-2992B6318D2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725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DAC7F-51A3-44C9-BB4A-416DDC8EE3E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221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5ABE5-FF2F-4B08-94BC-7182849A593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868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B81F7-3B0A-4099-89FC-148BF8A6F67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47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79E1B-80BA-46E5-9B05-5BCD3C9C2821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802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8D8C1-030C-4732-B077-3ECB33C48941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572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7ED27-5E0E-4306-ABEA-811EA2F72E7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0124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8F5B3-2403-4942-ADCE-8B82B4B3347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53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D4EBD-2512-4C4D-884A-FE80C9B5985A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643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B1665-90E2-41CD-9ED7-C6386F4176D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068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0376D-41EB-4E35-AF70-86322B42D088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48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text styles</a:t>
            </a:r>
          </a:p>
          <a:p>
            <a:pPr lvl="1"/>
            <a:r>
              <a:rPr lang="en-CA" altLang="en-US" smtClean="0"/>
              <a:t>Second level</a:t>
            </a:r>
          </a:p>
          <a:p>
            <a:pPr lvl="2"/>
            <a:r>
              <a:rPr lang="en-CA" altLang="en-US" smtClean="0"/>
              <a:t>Third level</a:t>
            </a:r>
          </a:p>
          <a:p>
            <a:pPr lvl="3"/>
            <a:r>
              <a:rPr lang="en-CA" altLang="en-US" smtClean="0"/>
              <a:t>Fourth level</a:t>
            </a:r>
          </a:p>
          <a:p>
            <a:pPr lvl="4"/>
            <a:r>
              <a:rPr lang="en-CA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3894AF2-8754-4BAB-9193-E6FE864C2E62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8"/>
          <p:cNvSpPr>
            <a:spLocks noChangeShapeType="1"/>
          </p:cNvSpPr>
          <p:nvPr/>
        </p:nvSpPr>
        <p:spPr bwMode="auto">
          <a:xfrm>
            <a:off x="3708399" y="2924175"/>
            <a:ext cx="20153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250825" y="1052513"/>
            <a:ext cx="3313113" cy="2881312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2" name="Text Box 13"/>
          <p:cNvSpPr txBox="1">
            <a:spLocks noChangeArrowheads="1"/>
          </p:cNvSpPr>
          <p:nvPr/>
        </p:nvSpPr>
        <p:spPr bwMode="auto">
          <a:xfrm>
            <a:off x="2338388" y="681038"/>
            <a:ext cx="125412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/>
              <a:t>Team Network</a:t>
            </a:r>
            <a:endParaRPr lang="en-US" altLang="en-US" sz="1400" dirty="0"/>
          </a:p>
        </p:txBody>
      </p:sp>
      <p:sp>
        <p:nvSpPr>
          <p:cNvPr id="2053" name="Line 23"/>
          <p:cNvSpPr>
            <a:spLocks noChangeShapeType="1"/>
          </p:cNvSpPr>
          <p:nvPr/>
        </p:nvSpPr>
        <p:spPr bwMode="auto">
          <a:xfrm>
            <a:off x="1547813" y="1989138"/>
            <a:ext cx="18716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2054" name="Group 68"/>
          <p:cNvGrpSpPr>
            <a:grpSpLocks/>
          </p:cNvGrpSpPr>
          <p:nvPr/>
        </p:nvGrpSpPr>
        <p:grpSpPr bwMode="auto">
          <a:xfrm>
            <a:off x="3130550" y="1844675"/>
            <a:ext cx="1008063" cy="1439863"/>
            <a:chOff x="2154" y="1162"/>
            <a:chExt cx="635" cy="907"/>
          </a:xfrm>
        </p:grpSpPr>
        <p:sp>
          <p:nvSpPr>
            <p:cNvPr id="2090" name="Text Box 25"/>
            <p:cNvSpPr txBox="1">
              <a:spLocks noChangeArrowheads="1"/>
            </p:cNvSpPr>
            <p:nvPr/>
          </p:nvSpPr>
          <p:spPr bwMode="auto">
            <a:xfrm>
              <a:off x="2154" y="1162"/>
              <a:ext cx="635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 bIns="108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External Virtual Switch</a:t>
              </a:r>
            </a:p>
          </p:txBody>
        </p:sp>
        <p:pic>
          <p:nvPicPr>
            <p:cNvPr id="2091" name="Picture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2186" y="1739"/>
              <a:ext cx="46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55" name="Group 66"/>
          <p:cNvGrpSpPr>
            <a:grpSpLocks/>
          </p:cNvGrpSpPr>
          <p:nvPr/>
        </p:nvGrpSpPr>
        <p:grpSpPr bwMode="auto">
          <a:xfrm>
            <a:off x="541338" y="1412255"/>
            <a:ext cx="1150937" cy="936625"/>
            <a:chOff x="1066" y="754"/>
            <a:chExt cx="725" cy="590"/>
          </a:xfrm>
        </p:grpSpPr>
        <p:pic>
          <p:nvPicPr>
            <p:cNvPr id="2088" name="Picture 3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754"/>
              <a:ext cx="725" cy="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9" name="Text Box 42"/>
            <p:cNvSpPr txBox="1">
              <a:spLocks noChangeArrowheads="1"/>
            </p:cNvSpPr>
            <p:nvPr/>
          </p:nvSpPr>
          <p:spPr bwMode="auto">
            <a:xfrm>
              <a:off x="1111" y="799"/>
              <a:ext cx="63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/>
                <a:t>Windows VM</a:t>
              </a:r>
            </a:p>
          </p:txBody>
        </p:sp>
      </p:grpSp>
      <p:sp>
        <p:nvSpPr>
          <p:cNvPr id="2058" name="Rectangle 12"/>
          <p:cNvSpPr>
            <a:spLocks noChangeArrowheads="1"/>
          </p:cNvSpPr>
          <p:nvPr/>
        </p:nvSpPr>
        <p:spPr bwMode="auto">
          <a:xfrm>
            <a:off x="5867400" y="981075"/>
            <a:ext cx="3024188" cy="295275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9" name="Text Box 15"/>
          <p:cNvSpPr txBox="1">
            <a:spLocks noChangeArrowheads="1"/>
          </p:cNvSpPr>
          <p:nvPr/>
        </p:nvSpPr>
        <p:spPr bwMode="auto">
          <a:xfrm>
            <a:off x="7380288" y="666750"/>
            <a:ext cx="1512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Common Network</a:t>
            </a:r>
          </a:p>
        </p:txBody>
      </p:sp>
      <p:sp>
        <p:nvSpPr>
          <p:cNvPr id="2060" name="Line 17"/>
          <p:cNvSpPr>
            <a:spLocks noChangeShapeType="1"/>
          </p:cNvSpPr>
          <p:nvPr/>
        </p:nvSpPr>
        <p:spPr bwMode="auto">
          <a:xfrm flipV="1">
            <a:off x="6101556" y="1557337"/>
            <a:ext cx="1639094" cy="14152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2061" name="Group 74"/>
          <p:cNvGrpSpPr>
            <a:grpSpLocks/>
          </p:cNvGrpSpPr>
          <p:nvPr/>
        </p:nvGrpSpPr>
        <p:grpSpPr bwMode="auto">
          <a:xfrm>
            <a:off x="5364163" y="1927920"/>
            <a:ext cx="1008062" cy="1460500"/>
            <a:chOff x="3379" y="981"/>
            <a:chExt cx="635" cy="920"/>
          </a:xfrm>
        </p:grpSpPr>
        <p:sp>
          <p:nvSpPr>
            <p:cNvPr id="2075" name="Text Box 16"/>
            <p:cNvSpPr txBox="1">
              <a:spLocks noChangeArrowheads="1"/>
            </p:cNvSpPr>
            <p:nvPr/>
          </p:nvSpPr>
          <p:spPr bwMode="auto">
            <a:xfrm>
              <a:off x="3379" y="981"/>
              <a:ext cx="635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dirty="0"/>
                <a:t>Common Hub</a:t>
              </a:r>
            </a:p>
          </p:txBody>
        </p:sp>
        <p:pic>
          <p:nvPicPr>
            <p:cNvPr id="2076" name="Picture 3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446" y="1504"/>
              <a:ext cx="55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62" name="Group 60"/>
          <p:cNvGrpSpPr>
            <a:grpSpLocks/>
          </p:cNvGrpSpPr>
          <p:nvPr/>
        </p:nvGrpSpPr>
        <p:grpSpPr bwMode="auto">
          <a:xfrm>
            <a:off x="7596188" y="2621781"/>
            <a:ext cx="1079500" cy="863600"/>
            <a:chOff x="4649" y="754"/>
            <a:chExt cx="680" cy="544"/>
          </a:xfrm>
        </p:grpSpPr>
        <p:pic>
          <p:nvPicPr>
            <p:cNvPr id="2073" name="Picture 29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" y="754"/>
              <a:ext cx="635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4" name="Text Box 45"/>
            <p:cNvSpPr txBox="1">
              <a:spLocks noChangeArrowheads="1"/>
            </p:cNvSpPr>
            <p:nvPr/>
          </p:nvSpPr>
          <p:spPr bwMode="auto">
            <a:xfrm>
              <a:off x="4694" y="879"/>
              <a:ext cx="6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dirty="0" smtClean="0"/>
                <a:t>Server VM</a:t>
              </a:r>
              <a:endParaRPr lang="en-US" altLang="en-US" sz="1400" dirty="0"/>
            </a:p>
          </p:txBody>
        </p:sp>
      </p:grpSp>
      <p:sp>
        <p:nvSpPr>
          <p:cNvPr id="2063" name="Line 46"/>
          <p:cNvSpPr>
            <a:spLocks noChangeShapeType="1"/>
          </p:cNvSpPr>
          <p:nvPr/>
        </p:nvSpPr>
        <p:spPr bwMode="auto">
          <a:xfrm>
            <a:off x="6101556" y="3068638"/>
            <a:ext cx="1639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2067" name="TextBox 50"/>
          <p:cNvSpPr txBox="1">
            <a:spLocks noChangeArrowheads="1"/>
          </p:cNvSpPr>
          <p:nvPr/>
        </p:nvSpPr>
        <p:spPr bwMode="auto">
          <a:xfrm>
            <a:off x="6913563" y="3471094"/>
            <a:ext cx="2122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 smtClean="0"/>
              <a:t>10.12.___.</a:t>
            </a:r>
            <a:r>
              <a:rPr lang="en-CA" altLang="en-US" sz="1200" dirty="0"/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MAC: _________________</a:t>
            </a:r>
          </a:p>
        </p:txBody>
      </p:sp>
      <p:sp>
        <p:nvSpPr>
          <p:cNvPr id="2068" name="TextBox 51"/>
          <p:cNvSpPr txBox="1">
            <a:spLocks noChangeArrowheads="1"/>
          </p:cNvSpPr>
          <p:nvPr/>
        </p:nvSpPr>
        <p:spPr bwMode="auto">
          <a:xfrm>
            <a:off x="5651500" y="3440807"/>
            <a:ext cx="10080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 smtClean="0"/>
              <a:t>10.12.0.0/16</a:t>
            </a:r>
            <a:endParaRPr lang="en-CA" altLang="en-US" sz="1200" dirty="0"/>
          </a:p>
        </p:txBody>
      </p:sp>
      <p:sp>
        <p:nvSpPr>
          <p:cNvPr id="2069" name="TextBox 52"/>
          <p:cNvSpPr txBox="1">
            <a:spLocks noChangeArrowheads="1"/>
          </p:cNvSpPr>
          <p:nvPr/>
        </p:nvSpPr>
        <p:spPr bwMode="auto">
          <a:xfrm>
            <a:off x="1476375" y="1052513"/>
            <a:ext cx="24479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External Adapter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IP: </a:t>
            </a:r>
            <a:r>
              <a:rPr lang="en-CA" altLang="en-US" sz="1200" dirty="0" smtClean="0"/>
              <a:t>10.12.___.</a:t>
            </a:r>
            <a:r>
              <a:rPr lang="en-CA" altLang="en-US" sz="1200" dirty="0"/>
              <a:t>20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Sub-net mask: ___.___.___.___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MAC: _____________________</a:t>
            </a:r>
          </a:p>
        </p:txBody>
      </p:sp>
      <p:sp>
        <p:nvSpPr>
          <p:cNvPr id="2070" name="TextBox 53"/>
          <p:cNvSpPr txBox="1">
            <a:spLocks noChangeArrowheads="1"/>
          </p:cNvSpPr>
          <p:nvPr/>
        </p:nvSpPr>
        <p:spPr bwMode="auto">
          <a:xfrm>
            <a:off x="5076056" y="2924175"/>
            <a:ext cx="7207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/>
              <a:t>x = ___ </a:t>
            </a:r>
          </a:p>
        </p:txBody>
      </p:sp>
      <p:grpSp>
        <p:nvGrpSpPr>
          <p:cNvPr id="44" name="Group 61"/>
          <p:cNvGrpSpPr>
            <a:grpSpLocks/>
          </p:cNvGrpSpPr>
          <p:nvPr/>
        </p:nvGrpSpPr>
        <p:grpSpPr bwMode="auto">
          <a:xfrm>
            <a:off x="7524750" y="1268760"/>
            <a:ext cx="1200150" cy="654050"/>
            <a:chOff x="4604" y="1752"/>
            <a:chExt cx="756" cy="412"/>
          </a:xfrm>
        </p:grpSpPr>
        <p:pic>
          <p:nvPicPr>
            <p:cNvPr id="45" name="Picture 23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1752"/>
              <a:ext cx="666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 Box 59"/>
            <p:cNvSpPr txBox="1">
              <a:spLocks noChangeArrowheads="1"/>
            </p:cNvSpPr>
            <p:nvPr/>
          </p:nvSpPr>
          <p:spPr bwMode="auto">
            <a:xfrm>
              <a:off x="4604" y="1842"/>
              <a:ext cx="6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dirty="0"/>
                <a:t>Printer</a:t>
              </a:r>
            </a:p>
          </p:txBody>
        </p:sp>
      </p:grpSp>
      <p:sp>
        <p:nvSpPr>
          <p:cNvPr id="47" name="TextBox 49"/>
          <p:cNvSpPr txBox="1">
            <a:spLocks noChangeArrowheads="1"/>
          </p:cNvSpPr>
          <p:nvPr/>
        </p:nvSpPr>
        <p:spPr bwMode="auto">
          <a:xfrm>
            <a:off x="7667625" y="1987898"/>
            <a:ext cx="10080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200" dirty="0" smtClean="0"/>
              <a:t>10.12.0.8</a:t>
            </a:r>
            <a:endParaRPr lang="en-CA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"/>
          <a:stretch>
            <a:fillRect/>
          </a:stretch>
        </p:blipFill>
        <p:spPr bwMode="auto">
          <a:xfrm>
            <a:off x="6804025" y="5876925"/>
            <a:ext cx="6477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02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5805488"/>
            <a:ext cx="36036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3" descr="gecko.jpe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06"/>
          <a:stretch>
            <a:fillRect/>
          </a:stretch>
        </p:blipFill>
        <p:spPr bwMode="auto">
          <a:xfrm>
            <a:off x="5724525" y="5876925"/>
            <a:ext cx="8667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39</Words>
  <Application>Microsoft Office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Knight</dc:creator>
  <cp:lastModifiedBy>Sylvain P. Leblanc</cp:lastModifiedBy>
  <cp:revision>49</cp:revision>
  <dcterms:created xsi:type="dcterms:W3CDTF">2005-11-18T15:15:19Z</dcterms:created>
  <dcterms:modified xsi:type="dcterms:W3CDTF">2016-01-18T16:22:34Z</dcterms:modified>
</cp:coreProperties>
</file>