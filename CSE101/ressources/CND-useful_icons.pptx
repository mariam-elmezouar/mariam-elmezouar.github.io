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1" r:id="rId1"/>
  </p:sldMasterIdLst>
  <p:notesMasterIdLst>
    <p:notesMasterId r:id="rId3"/>
  </p:notesMasterIdLst>
  <p:handoutMasterIdLst>
    <p:handoutMasterId r:id="rId4"/>
  </p:handoutMasterIdLst>
  <p:sldIdLst>
    <p:sldId id="372" r:id="rId2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C0000"/>
    <a:srgbClr val="FF0000"/>
    <a:srgbClr val="FF3300"/>
    <a:srgbClr val="FFFF00"/>
    <a:srgbClr val="00FF00"/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104" d="100"/>
          <a:sy n="104" d="100"/>
        </p:scale>
        <p:origin x="61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4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r>
              <a:rPr lang="en-US"/>
              <a:t>EEE473 - CND07 Subnet Design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r>
              <a:rPr lang="en-US"/>
              <a:t>Winter 2014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r>
              <a:rPr lang="en-US"/>
              <a:t>Sylvain P. Leblanc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CBC27B52-3AE9-43A7-AA9A-C7E1064FDE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80505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r>
              <a:rPr lang="en-US"/>
              <a:t>EEE473 - CND07 Subnet Design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r>
              <a:rPr lang="en-US"/>
              <a:t>Winter 2014</a:t>
            </a:r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r>
              <a:rPr lang="en-US"/>
              <a:t>Sylvain P. Leblanc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96C9F15F-0482-48B3-AEE8-22E157EB01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9575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RM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27463" y="1828800"/>
            <a:ext cx="1487487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19600"/>
            <a:ext cx="64008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4A23F8-BD11-49B0-9944-D144E95EFE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1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5BC96-83E7-4D7E-A190-EAAAF51D57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13D132-28C7-413A-AC36-68485053CD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A1F8F6-582F-49DE-AF34-9EF4332544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86B7B-4D39-4848-8DD3-9A50923F60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42DE9-3BB7-4A01-9379-46E2CBA350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7E2D3-1BE7-4CA5-9935-9307FC3EB7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42140F-9B81-4192-BFBC-0AFE3675FB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C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2908A-F1FA-4C60-8382-CC8BF139E2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4E9BF-9F48-46CB-A7FE-509536DB05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248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248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2FE75-F7D6-4DF5-937F-6CC042F1E4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fld id="{D8D5C1CB-C90B-433F-BCD5-214869C5CE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CA" dirty="0" err="1"/>
              <a:t>Capt</a:t>
            </a:r>
            <a:r>
              <a:rPr lang="en-CA" dirty="0"/>
              <a:t> Brendan Shust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0"/>
        </a:spcBef>
        <a:spcAft>
          <a:spcPct val="0"/>
        </a:spcAft>
        <a:buChar char="•"/>
        <a:defRPr sz="2400">
          <a:solidFill>
            <a:schemeClr val="accent2"/>
          </a:solidFill>
          <a:latin typeface="+mn-lt"/>
        </a:defRPr>
      </a:lvl2pPr>
      <a:lvl3pPr marL="1143000" indent="-228600" algn="l" rtl="0" eaLnBrk="1" fontAlgn="base" hangingPunct="1">
        <a:spcBef>
          <a:spcPct val="0"/>
        </a:spcBef>
        <a:spcAft>
          <a:spcPct val="0"/>
        </a:spcAft>
        <a:buChar char="•"/>
        <a:defRPr sz="2000">
          <a:solidFill>
            <a:schemeClr val="hlink"/>
          </a:solidFill>
          <a:latin typeface="+mn-lt"/>
        </a:defRPr>
      </a:lvl3pPr>
      <a:lvl4pPr marL="1600200" indent="-228600" algn="l" rtl="0" eaLnBrk="1" fontAlgn="base" hangingPunct="1">
        <a:spcBef>
          <a:spcPct val="0"/>
        </a:spcBef>
        <a:spcAft>
          <a:spcPct val="0"/>
        </a:spcAft>
        <a:buChar char="•"/>
        <a:defRPr sz="2000">
          <a:solidFill>
            <a:schemeClr val="hlink"/>
          </a:solidFill>
          <a:latin typeface="+mn-lt"/>
        </a:defRPr>
      </a:lvl4pPr>
      <a:lvl5pPr marL="2057400" indent="-228600" algn="l" rtl="0" eaLnBrk="1" fontAlgn="base" hangingPunct="1">
        <a:spcBef>
          <a:spcPct val="0"/>
        </a:spcBef>
        <a:spcAft>
          <a:spcPct val="0"/>
        </a:spcAft>
        <a:buChar char="•"/>
        <a:defRPr sz="2000">
          <a:solidFill>
            <a:schemeClr val="hlink"/>
          </a:solidFill>
          <a:latin typeface="+mn-lt"/>
        </a:defRPr>
      </a:lvl5pPr>
      <a:lvl6pPr marL="2514600" indent="-228600" algn="l" rtl="0" eaLnBrk="1" fontAlgn="base" hangingPunct="1">
        <a:spcBef>
          <a:spcPct val="0"/>
        </a:spcBef>
        <a:spcAft>
          <a:spcPct val="0"/>
        </a:spcAft>
        <a:buChar char="•"/>
        <a:defRPr sz="2000">
          <a:solidFill>
            <a:schemeClr val="hlink"/>
          </a:solidFill>
          <a:latin typeface="+mn-lt"/>
        </a:defRPr>
      </a:lvl6pPr>
      <a:lvl7pPr marL="2971800" indent="-228600" algn="l" rtl="0" eaLnBrk="1" fontAlgn="base" hangingPunct="1">
        <a:spcBef>
          <a:spcPct val="0"/>
        </a:spcBef>
        <a:spcAft>
          <a:spcPct val="0"/>
        </a:spcAft>
        <a:buChar char="•"/>
        <a:defRPr sz="2000">
          <a:solidFill>
            <a:schemeClr val="hlink"/>
          </a:solidFill>
          <a:latin typeface="+mn-lt"/>
        </a:defRPr>
      </a:lvl7pPr>
      <a:lvl8pPr marL="3429000" indent="-228600" algn="l" rtl="0" eaLnBrk="1" fontAlgn="base" hangingPunct="1">
        <a:spcBef>
          <a:spcPct val="0"/>
        </a:spcBef>
        <a:spcAft>
          <a:spcPct val="0"/>
        </a:spcAft>
        <a:buChar char="•"/>
        <a:defRPr sz="2000">
          <a:solidFill>
            <a:schemeClr val="hlink"/>
          </a:solidFill>
          <a:latin typeface="+mn-lt"/>
        </a:defRPr>
      </a:lvl8pPr>
      <a:lvl9pPr marL="3886200" indent="-228600" algn="l" rtl="0" eaLnBrk="1" fontAlgn="base" hangingPunct="1">
        <a:spcBef>
          <a:spcPct val="0"/>
        </a:spcBef>
        <a:spcAft>
          <a:spcPct val="0"/>
        </a:spcAft>
        <a:buChar char="•"/>
        <a:defRPr sz="2000">
          <a:solidFill>
            <a:schemeClr val="hlink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7.png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11" Type="http://schemas.openxmlformats.org/officeDocument/2006/relationships/image" Target="../media/image4.emf"/><Relationship Id="rId5" Type="http://schemas.openxmlformats.org/officeDocument/2006/relationships/image" Target="../media/image5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9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Useful EEE330 Icons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65BC96-83E7-4D7E-A190-EAAAF51D57E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CA"/>
              <a:t>Capt Brendan Shust</a:t>
            </a:r>
            <a:endParaRPr lang="en-CA" dirty="0"/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090D9BE3-D43A-4B0F-AE3E-4C5DC6F9E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761394"/>
              </p:ext>
            </p:extLst>
          </p:nvPr>
        </p:nvGraphicFramePr>
        <p:xfrm>
          <a:off x="539552" y="1196752"/>
          <a:ext cx="68738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Visio" r:id="rId3" imgW="687081" imgH="895308" progId="Visio.Drawing.11">
                  <p:embed/>
                </p:oleObj>
              </mc:Choice>
              <mc:Fallback>
                <p:oleObj name="Visio" r:id="rId3" imgW="687081" imgH="895308" progId="Visio.Drawing.11">
                  <p:embed/>
                  <p:pic>
                    <p:nvPicPr>
                      <p:cNvPr id="615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196752"/>
                        <a:ext cx="68738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5">
            <a:extLst>
              <a:ext uri="{FF2B5EF4-FFF2-40B4-BE49-F238E27FC236}">
                <a16:creationId xmlns:a16="http://schemas.microsoft.com/office/drawing/2014/main" id="{01B0FCB2-95D2-44AB-8FB4-B67C65041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372171"/>
            <a:ext cx="762000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88D1F8EC-D6F2-4D6B-B174-6FD9DE159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263427"/>
            <a:ext cx="5873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95886864-273E-4A15-B6C2-6E636FADC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279" y="1292554"/>
            <a:ext cx="906462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FC6D60-4A9E-4EF3-811B-FD851EED86B7}"/>
              </a:ext>
            </a:extLst>
          </p:cNvPr>
          <p:cNvSpPr txBox="1"/>
          <p:nvPr/>
        </p:nvSpPr>
        <p:spPr>
          <a:xfrm>
            <a:off x="457200" y="2443727"/>
            <a:ext cx="2065893" cy="106378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 algn="l"/>
            <a:r>
              <a:rPr lang="en-CA" sz="1500" dirty="0"/>
              <a:t>NW: </a:t>
            </a:r>
          </a:p>
          <a:p>
            <a:pPr algn="l"/>
            <a:r>
              <a:rPr lang="en-CA" sz="1500" dirty="0"/>
              <a:t>SM: </a:t>
            </a:r>
          </a:p>
          <a:p>
            <a:pPr algn="l"/>
            <a:r>
              <a:rPr lang="en-CA" sz="1500" dirty="0"/>
              <a:t>BA: </a:t>
            </a:r>
          </a:p>
          <a:p>
            <a:pPr algn="l"/>
            <a:r>
              <a:rPr lang="en-CA" sz="1500" dirty="0"/>
              <a:t>IPs:</a:t>
            </a:r>
          </a:p>
        </p:txBody>
      </p:sp>
      <p:graphicFrame>
        <p:nvGraphicFramePr>
          <p:cNvPr id="14" name="Group 97">
            <a:extLst>
              <a:ext uri="{FF2B5EF4-FFF2-40B4-BE49-F238E27FC236}">
                <a16:creationId xmlns:a16="http://schemas.microsoft.com/office/drawing/2014/main" id="{44904786-6A6A-45D4-A2B3-03C3B81D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718951"/>
              </p:ext>
            </p:extLst>
          </p:nvPr>
        </p:nvGraphicFramePr>
        <p:xfrm>
          <a:off x="4443787" y="5116184"/>
          <a:ext cx="4247058" cy="1219200"/>
        </p:xfrm>
        <a:graphic>
          <a:graphicData uri="http://schemas.openxmlformats.org/drawingml/2006/table">
            <a:tbl>
              <a:tblPr/>
              <a:tblGrid>
                <a:gridCol w="1698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Destination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Gateway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Interface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Object 37">
            <a:extLst>
              <a:ext uri="{FF2B5EF4-FFF2-40B4-BE49-F238E27FC236}">
                <a16:creationId xmlns:a16="http://schemas.microsoft.com/office/drawing/2014/main" id="{3EA575F0-364C-4404-B81A-A08CE306FCD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590229"/>
              </p:ext>
            </p:extLst>
          </p:nvPr>
        </p:nvGraphicFramePr>
        <p:xfrm>
          <a:off x="4664430" y="1204828"/>
          <a:ext cx="61912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Visio" r:id="rId8" imgW="619267" imgH="1186327" progId="Visio.Drawing.11">
                  <p:embed/>
                </p:oleObj>
              </mc:Choice>
              <mc:Fallback>
                <p:oleObj name="Visio" r:id="rId8" imgW="619267" imgH="1186327" progId="Visio.Drawing.11">
                  <p:embed/>
                  <p:pic>
                    <p:nvPicPr>
                      <p:cNvPr id="205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430" y="1204828"/>
                        <a:ext cx="619125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9">
            <a:extLst>
              <a:ext uri="{FF2B5EF4-FFF2-40B4-BE49-F238E27FC236}">
                <a16:creationId xmlns:a16="http://schemas.microsoft.com/office/drawing/2014/main" id="{630664AF-7BE6-4837-8DB2-5DA5BA8A05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60774"/>
              </p:ext>
            </p:extLst>
          </p:nvPr>
        </p:nvGraphicFramePr>
        <p:xfrm>
          <a:off x="5724525" y="1155700"/>
          <a:ext cx="744538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Visio" r:id="rId10" imgW="745083" imgH="1171877" progId="">
                  <p:embed/>
                </p:oleObj>
              </mc:Choice>
              <mc:Fallback>
                <p:oleObj name="Visio" r:id="rId10" imgW="745083" imgH="1171877" progId="">
                  <p:embed/>
                  <p:pic>
                    <p:nvPicPr>
                      <p:cNvPr id="3078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1155700"/>
                        <a:ext cx="744538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0B00C70C-97E4-4B85-90CA-9172E5C910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33640" y="2653370"/>
            <a:ext cx="1031600" cy="66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4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urse">
  <a:themeElements>
    <a:clrScheme name="">
      <a:dk1>
        <a:srgbClr val="000000"/>
      </a:dk1>
      <a:lt1>
        <a:srgbClr val="FFFFFF"/>
      </a:lt1>
      <a:dk2>
        <a:srgbClr val="660066"/>
      </a:dk2>
      <a:lt2>
        <a:srgbClr val="808080"/>
      </a:lt2>
      <a:accent1>
        <a:srgbClr val="FFFFE1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FFEE"/>
      </a:accent5>
      <a:accent6>
        <a:srgbClr val="2D2D8A"/>
      </a:accent6>
      <a:hlink>
        <a:srgbClr val="006600"/>
      </a:hlink>
      <a:folHlink>
        <a:srgbClr val="DDFFDD"/>
      </a:folHlink>
    </a:clrScheme>
    <a:fontScheme name="_493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_49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_49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_49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_49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_49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_49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_49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_493 8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FFFF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2D2D8A"/>
        </a:accent6>
        <a:hlink>
          <a:srgbClr val="006600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_493 9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FFFFE1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FFEE"/>
        </a:accent5>
        <a:accent6>
          <a:srgbClr val="2D2D8A"/>
        </a:accent6>
        <a:hlink>
          <a:srgbClr val="006600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</Template>
  <TotalTime>1855</TotalTime>
  <Words>18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Tahoma</vt:lpstr>
      <vt:lpstr>Course</vt:lpstr>
      <vt:lpstr>Visio</vt:lpstr>
      <vt:lpstr>Useful EEE330 Icons</vt:lpstr>
    </vt:vector>
  </TitlesOfParts>
  <Company>Queen's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Layered Systems EEE465 2000 References: [SG96] §2.5 and [BMRSS96] §2.2 “Layers”</dc:title>
  <dc:creator>Greg Phillips</dc:creator>
  <cp:lastModifiedBy>Brendan Shust</cp:lastModifiedBy>
  <cp:revision>129</cp:revision>
  <dcterms:created xsi:type="dcterms:W3CDTF">2000-01-30T16:25:36Z</dcterms:created>
  <dcterms:modified xsi:type="dcterms:W3CDTF">2020-03-31T14:03:07Z</dcterms:modified>
</cp:coreProperties>
</file>